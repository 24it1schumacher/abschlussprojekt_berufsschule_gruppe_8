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081D8-E51B-0E1B-A967-C923E103C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D63295-D552-D692-6783-96CFFC134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FAF19-1AF6-4BD5-6F8D-A42552C9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54EF71-C0DA-BEB5-2C95-94B756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1EA3E7-EBF3-A365-7C8E-0A73023C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94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5AD96-B5A9-F6C0-9832-52A2AE93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E7300A-518B-A3AA-5B32-43E2493EE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9E2377-E1D5-8D02-93EA-0F6B5476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179CF5-FC1B-211C-69C4-7526A26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2A3D7A-B90A-3BC5-71D3-C836414B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66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0A1E0-6E7D-9C17-7CC4-DEA7EA9C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04CADE-C251-5BD3-CEE3-4E01953C1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581675-6D5D-D35A-B3FF-D20BC46AB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F08882-9D4C-588D-1683-9A4A147B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E85BAC-D6F8-6CAF-E02B-AE428715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01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7F6FDE-E489-939E-F3F8-AA9C647A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F8DC87-FAFA-A525-895D-2F6526E58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7BDC49-F474-8933-0171-97DEB0F2F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07C797-1D8A-5A3B-726B-286A4519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735B1F-F85F-4E57-9B0B-38C2D4535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0D16A8-9FFC-F75D-2997-C56AD936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80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8C67E-4CE6-58C5-8917-54C3D75D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EA41E8-E21F-54DD-791E-E4F6E7916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3B3386-3384-B0A5-EE42-BBC12895D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44D6A4-2236-5E79-2902-BFDFFCD21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52DEEB7-DBDB-0E71-21B4-133E3B397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EABDB0-2E5C-2FE8-C9FB-9938D6F5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D89D482-EE67-6292-FB3E-9E915E6A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95DFA6-CCDB-23CF-F26F-07605797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27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3C379-D72B-DAF5-7FFB-4C89620F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ADF9CA-F12A-C3A4-E062-32A6B846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2D3CCA-51F3-6F90-7D3C-C0C255D1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81E4DF-F227-9C88-E6D5-6B6E66A6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95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D363AA-910D-9039-EE7E-29FFE2E8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57F642-E693-0BAA-FD94-E686A478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BD5DA1-3988-411C-22EA-AD57E575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73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21E21-6E7D-368A-FBEA-0CF4CF4F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91A2CA-BCB1-B720-6315-1D117E4C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255E95-178C-1431-780A-C189C297A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D6BE0E-2122-268C-72FE-81155306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A6C695-19E0-CCD0-29E2-554BDB37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54584D-B780-0E26-63DB-CFABF64C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263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D676C-F364-A4AD-32AD-43109580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5B457F5-6E00-6A2E-BB14-20807501BC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70D152-9FCE-BAD1-6D19-772706178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BDF1FC-516B-1180-AE31-F4DAA9FB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A3D92A-102D-CA19-0974-F0822758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DCD487-5B5B-D9F6-3B6C-ADC26C58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04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36B42-7C34-A133-DDA1-9828C0F9B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D653E6-368A-F982-4688-B294655E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BCCACA-80D1-282C-528C-19E68DFA6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5DB07C-9EC2-0A4E-A846-BB360885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B26626-1E56-0556-C011-0A9420E8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98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58C96D-68C9-5957-2CEE-F5304DCF8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B342C3-41CF-F964-BBE3-EB9A659A4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AC2E0A-8458-9E39-A34C-377D837C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973D7F-54A2-16C0-FFE4-46537146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FD61A-F23E-2161-A74C-3CC31598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05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A64BCBE-0BDB-4C25-E693-A41B65A3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53921-4F0C-D228-3F9F-C4DD13F74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4E7BB3-23D2-C602-66CF-6E87DD67E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39AD6-5CD6-4FE6-B9EF-513827BCAC11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C96C43-2699-68D9-3551-C4A8E7DAB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31022F-A12F-9656-4CDC-B17C5AD82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365F8-6D45-4978-9D47-EE3BE4A9E0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03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53692-20AF-27E0-E0ED-FFEF78277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Stand vom 08.10.2026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6DA6BE2-F66D-07D7-4EFB-03D198EB2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Jakob Schumacher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AD7F551-64A3-D828-68DA-2466888E4224}"/>
              </a:ext>
            </a:extLst>
          </p:cNvPr>
          <p:cNvSpPr txBox="1"/>
          <p:nvPr/>
        </p:nvSpPr>
        <p:spPr>
          <a:xfrm>
            <a:off x="9575800" y="6286500"/>
            <a:ext cx="2415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Gossens bester Mann!</a:t>
            </a:r>
          </a:p>
        </p:txBody>
      </p:sp>
    </p:spTree>
    <p:extLst>
      <p:ext uri="{BB962C8B-B14F-4D97-AF65-F5344CB8AC3E}">
        <p14:creationId xmlns:p14="http://schemas.microsoft.com/office/powerpoint/2010/main" val="2490549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3B11F5-3776-466C-A709-178FE364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Bisherige Problematiken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8E82486-75F8-55AE-0084-52F9F0E2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36592"/>
              </p:ext>
            </p:extLst>
          </p:nvPr>
        </p:nvGraphicFramePr>
        <p:xfrm>
          <a:off x="2032000" y="1679576"/>
          <a:ext cx="81280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71734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51631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Lösung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77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Problem vom 17.09.2026 (Anmeldung per SSH)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Erstes mal korrekt auf dem Server anmelden -&gt; Passwort und User in der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-Datei hinterlegen; Befehl zur Anmeldung ausführen und anmelden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74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Problem vom 01.10.2026 (SSH-Zugang auf PC transferieren)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Key-Datei an PC gesendet -&gt; in korrekten Ordner gepackt -&gt; versucht Anzumelden -&gt; neuer Fehler: Dürfen nicht beide Dateien gleichzeitig im Ordner sein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336296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74702DAC-3074-04E7-04F1-7D3C320B13B8}"/>
              </a:ext>
            </a:extLst>
          </p:cNvPr>
          <p:cNvSpPr txBox="1"/>
          <p:nvPr/>
        </p:nvSpPr>
        <p:spPr>
          <a:xfrm>
            <a:off x="9575800" y="6286500"/>
            <a:ext cx="2415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Gossens bester Mann!</a:t>
            </a:r>
          </a:p>
        </p:txBody>
      </p:sp>
    </p:spTree>
    <p:extLst>
      <p:ext uri="{BB962C8B-B14F-4D97-AF65-F5344CB8AC3E}">
        <p14:creationId xmlns:p14="http://schemas.microsoft.com/office/powerpoint/2010/main" val="142731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A8E3-653A-E3D1-3CEF-D464D2CF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8DA91C-73FF-AF56-F155-94A0DA13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 Problematiken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C96BFFE-B520-87A1-B19F-921CD06C0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767538"/>
              </p:ext>
            </p:extLst>
          </p:nvPr>
        </p:nvGraphicFramePr>
        <p:xfrm>
          <a:off x="1022350" y="1538288"/>
          <a:ext cx="9836152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038">
                  <a:extLst>
                    <a:ext uri="{9D8B030D-6E8A-4147-A177-3AD203B41FA5}">
                      <a16:colId xmlns:a16="http://schemas.microsoft.com/office/drawing/2014/main" val="1477173430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1424523982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551631509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2987299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Lösung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Begründung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77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08.10.2026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Datenbank vorhanden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Auf die Installation der Datenbank vom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Fisi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gewartet; in Zwischenzeit an Problem 2 gearbeitet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744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08.10.2026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Welche Schnittstelle verwenden?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336296"/>
                  </a:ext>
                </a:extLst>
              </a:tr>
              <a:tr h="337502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52987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865E7BC7-F735-F0B8-54D0-AEF569B2697A}"/>
              </a:ext>
            </a:extLst>
          </p:cNvPr>
          <p:cNvSpPr txBox="1"/>
          <p:nvPr/>
        </p:nvSpPr>
        <p:spPr>
          <a:xfrm>
            <a:off x="9575800" y="6286500"/>
            <a:ext cx="2415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Gossens bester Mann!</a:t>
            </a:r>
          </a:p>
        </p:txBody>
      </p:sp>
    </p:spTree>
    <p:extLst>
      <p:ext uri="{BB962C8B-B14F-4D97-AF65-F5344CB8AC3E}">
        <p14:creationId xmlns:p14="http://schemas.microsoft.com/office/powerpoint/2010/main" val="191685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E3F8-985F-0B52-DD72-299B1069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8FC953-0564-3556-142C-11E6C869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Schnittstellen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B20E71-206F-45B8-A606-10378CAD5964}"/>
              </a:ext>
            </a:extLst>
          </p:cNvPr>
          <p:cNvSpPr txBox="1"/>
          <p:nvPr/>
        </p:nvSpPr>
        <p:spPr>
          <a:xfrm>
            <a:off x="1054100" y="1562100"/>
            <a:ext cx="60755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Frontend -&gt; Backend: REST über HTTP mit JSON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Wird nativ unterstütz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Backend -&gt; PostgreSQL: JDBC und 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JDBC ist die Standard Schnittstelle für Datenbanken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SQL </a:t>
            </a:r>
          </a:p>
          <a:p>
            <a:r>
              <a:rPr lang="de-DE" dirty="0"/>
              <a:t>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C8558B5-8830-DCE5-CB57-EDC91FCE4762}"/>
              </a:ext>
            </a:extLst>
          </p:cNvPr>
          <p:cNvSpPr txBox="1"/>
          <p:nvPr/>
        </p:nvSpPr>
        <p:spPr>
          <a:xfrm>
            <a:off x="9575800" y="6286500"/>
            <a:ext cx="2415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Gossens bester Mann!</a:t>
            </a:r>
          </a:p>
        </p:txBody>
      </p:sp>
    </p:spTree>
    <p:extLst>
      <p:ext uri="{BB962C8B-B14F-4D97-AF65-F5344CB8AC3E}">
        <p14:creationId xmlns:p14="http://schemas.microsoft.com/office/powerpoint/2010/main" val="364907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2E85-176F-81DA-C738-517413C7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1A42B-9BF3-9689-DC3D-51E3DF71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 Problematiken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292A204-FE3B-BD3E-2279-972139D95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8652"/>
              </p:ext>
            </p:extLst>
          </p:nvPr>
        </p:nvGraphicFramePr>
        <p:xfrm>
          <a:off x="1022350" y="1538288"/>
          <a:ext cx="9836152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038">
                  <a:extLst>
                    <a:ext uri="{9D8B030D-6E8A-4147-A177-3AD203B41FA5}">
                      <a16:colId xmlns:a16="http://schemas.microsoft.com/office/drawing/2014/main" val="1477173430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1424523982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551631509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2987299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Lösung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Begründung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77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08.10.2026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Datenbank vorhanden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Auf die Installation der Datenbank vom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Fisi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gewartet; in Zwischenzeit an Problem 2 gearbeitet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744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08.10.2026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Welche Schnittstelle verwenden?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REST und JDBC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Nativ; gute Dokumentation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336296"/>
                  </a:ext>
                </a:extLst>
              </a:tr>
              <a:tr h="337502">
                <a:tc>
                  <a:txBody>
                    <a:bodyPr/>
                    <a:lstStyle/>
                    <a:p>
                      <a:r>
                        <a:rPr lang="de-DE" dirty="0"/>
                        <a:t>08.10.2026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Datenbank sowieso besser auf PC installieren?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Umstrukturierung des Plans: Programm bei mir lokal fertig programmieren mit lokaler Datenbank </a:t>
                      </a:r>
                    </a:p>
                    <a:p>
                      <a:r>
                        <a:rPr lang="de-DE" dirty="0"/>
                        <a:t>Anbindung -&gt; Docker + Ubuntu lokal installiert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Server noch nicht installiert; Daten schneller anpassen und API besser und schneller testen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52987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47A24D8A-5124-6D76-32EF-325994F296E9}"/>
              </a:ext>
            </a:extLst>
          </p:cNvPr>
          <p:cNvSpPr txBox="1"/>
          <p:nvPr/>
        </p:nvSpPr>
        <p:spPr>
          <a:xfrm>
            <a:off x="9575800" y="6286500"/>
            <a:ext cx="2415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Gossens bester Mann!</a:t>
            </a:r>
          </a:p>
        </p:txBody>
      </p:sp>
    </p:spTree>
    <p:extLst>
      <p:ext uri="{BB962C8B-B14F-4D97-AF65-F5344CB8AC3E}">
        <p14:creationId xmlns:p14="http://schemas.microsoft.com/office/powerpoint/2010/main" val="368483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020F-414C-575E-B327-D33DCF8F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7D3B3-9925-750B-6A6A-866B50F28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5063"/>
            <a:ext cx="9144000" cy="2387600"/>
          </a:xfrm>
        </p:spPr>
        <p:txBody>
          <a:bodyPr>
            <a:normAutofit/>
          </a:bodyPr>
          <a:lstStyle/>
          <a:p>
            <a:r>
              <a:rPr lang="de-DE" dirty="0"/>
              <a:t>Vielen Dank.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932EDE7F-629E-FC93-BFED-05C5974D0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36343CC-09EE-66C6-792D-ACA259C134B2}"/>
              </a:ext>
            </a:extLst>
          </p:cNvPr>
          <p:cNvSpPr txBox="1"/>
          <p:nvPr/>
        </p:nvSpPr>
        <p:spPr>
          <a:xfrm>
            <a:off x="9575800" y="6286500"/>
            <a:ext cx="2415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Gossens bester Mann!</a:t>
            </a:r>
          </a:p>
        </p:txBody>
      </p:sp>
    </p:spTree>
    <p:extLst>
      <p:ext uri="{BB962C8B-B14F-4D97-AF65-F5344CB8AC3E}">
        <p14:creationId xmlns:p14="http://schemas.microsoft.com/office/powerpoint/2010/main" val="2083415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Breitbild</PresentationFormat>
  <Paragraphs>51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Stand vom 08.10.2026</vt:lpstr>
      <vt:lpstr>Bisherige Problematiken</vt:lpstr>
      <vt:lpstr>Neue Problematiken</vt:lpstr>
      <vt:lpstr>Schnittstellen</vt:lpstr>
      <vt:lpstr>Neue Problematiken</vt:lpstr>
      <vt:lpstr>Vielen Dank.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Schumacher</dc:creator>
  <cp:lastModifiedBy>Jakob Schumacher</cp:lastModifiedBy>
  <cp:revision>1</cp:revision>
  <dcterms:created xsi:type="dcterms:W3CDTF">2026-10-14T19:29:25Z</dcterms:created>
  <dcterms:modified xsi:type="dcterms:W3CDTF">2026-10-14T20:14:40Z</dcterms:modified>
</cp:coreProperties>
</file>